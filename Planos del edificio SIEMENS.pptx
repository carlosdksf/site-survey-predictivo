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59" r:id="rId3"/>
    <p:sldId id="256" r:id="rId4"/>
    <p:sldId id="257" r:id="rId5"/>
    <p:sldId id="258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9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9169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869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1814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248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518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725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2915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8894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98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713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6EB754E-73D6-4CAB-A3EE-782AD93D816C}" type="datetimeFigureOut">
              <a:rPr lang="es-MX" smtClean="0"/>
              <a:t>04/01/2024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312176C-7092-4C9F-8C42-1FFFA4E6E6B8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031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Proyecto final diseño de redes inalámbricas</a:t>
            </a:r>
            <a:endParaRPr lang="es-MX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Planos del edificio SIEMENS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108" y="3085766"/>
            <a:ext cx="5116170" cy="330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7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541" y="1971822"/>
            <a:ext cx="6572768" cy="4817806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Vista de la ubicación del edificio SIEMENS</a:t>
            </a:r>
            <a:endParaRPr lang="es-MX" dirty="0"/>
          </a:p>
        </p:txBody>
      </p:sp>
      <p:sp>
        <p:nvSpPr>
          <p:cNvPr id="6" name="Rectángulo 5"/>
          <p:cNvSpPr/>
          <p:nvPr/>
        </p:nvSpPr>
        <p:spPr>
          <a:xfrm>
            <a:off x="3900892" y="4293326"/>
            <a:ext cx="1811931" cy="2264228"/>
          </a:xfrm>
          <a:prstGeom prst="rect">
            <a:avLst/>
          </a:prstGeom>
          <a:noFill/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/>
          <p:cNvSpPr txBox="1"/>
          <p:nvPr/>
        </p:nvSpPr>
        <p:spPr>
          <a:xfrm>
            <a:off x="342900" y="2714625"/>
            <a:ext cx="2301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Ubicación en:</a:t>
            </a:r>
          </a:p>
          <a:p>
            <a:r>
              <a:rPr lang="es-MX" dirty="0"/>
              <a:t>19.437204, -99.186708</a:t>
            </a:r>
          </a:p>
        </p:txBody>
      </p:sp>
    </p:spTree>
    <p:extLst>
      <p:ext uri="{BB962C8B-B14F-4D97-AF65-F5344CB8AC3E}">
        <p14:creationId xmlns:p14="http://schemas.microsoft.com/office/powerpoint/2010/main" val="314495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1" t="20444" r="7747" b="32826"/>
          <a:stretch/>
        </p:blipFill>
        <p:spPr>
          <a:xfrm>
            <a:off x="428556" y="1204441"/>
            <a:ext cx="10897136" cy="4662959"/>
          </a:xfrm>
          <a:prstGeom prst="rect">
            <a:avLst/>
          </a:prstGeom>
        </p:spPr>
      </p:pic>
      <p:sp>
        <p:nvSpPr>
          <p:cNvPr id="33" name="Título 32"/>
          <p:cNvSpPr>
            <a:spLocks noGrp="1"/>
          </p:cNvSpPr>
          <p:nvPr>
            <p:ph type="title" idx="4294967295"/>
          </p:nvPr>
        </p:nvSpPr>
        <p:spPr>
          <a:xfrm>
            <a:off x="0" y="7242"/>
            <a:ext cx="11029950" cy="987425"/>
          </a:xfrm>
        </p:spPr>
        <p:txBody>
          <a:bodyPr/>
          <a:lstStyle/>
          <a:p>
            <a:r>
              <a:rPr lang="es-MX" dirty="0" smtClean="0">
                <a:solidFill>
                  <a:schemeClr val="accent1"/>
                </a:solidFill>
              </a:rPr>
              <a:t>Planta baja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30" name="CuadroTexto 29"/>
          <p:cNvSpPr txBox="1"/>
          <p:nvPr/>
        </p:nvSpPr>
        <p:spPr>
          <a:xfrm rot="5400000">
            <a:off x="33663" y="2406107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16.5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32" name="CuadroTexto 31"/>
          <p:cNvSpPr txBox="1"/>
          <p:nvPr/>
        </p:nvSpPr>
        <p:spPr>
          <a:xfrm>
            <a:off x="5596470" y="962595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123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cxnSp>
        <p:nvCxnSpPr>
          <p:cNvPr id="35" name="Conector recto 34"/>
          <p:cNvCxnSpPr/>
          <p:nvPr/>
        </p:nvCxnSpPr>
        <p:spPr>
          <a:xfrm>
            <a:off x="369332" y="1977674"/>
            <a:ext cx="0" cy="3686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/>
          <p:cNvCxnSpPr/>
          <p:nvPr/>
        </p:nvCxnSpPr>
        <p:spPr>
          <a:xfrm>
            <a:off x="1104900" y="1371600"/>
            <a:ext cx="935355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>
            <a:off x="1141632" y="1248279"/>
            <a:ext cx="54429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1104900" y="878947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6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34" name="CuadroTexto 33"/>
          <p:cNvSpPr txBox="1"/>
          <p:nvPr/>
        </p:nvSpPr>
        <p:spPr>
          <a:xfrm rot="5400000">
            <a:off x="33663" y="3636182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13.5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36" name="CuadroTexto 35"/>
          <p:cNvSpPr txBox="1"/>
          <p:nvPr/>
        </p:nvSpPr>
        <p:spPr>
          <a:xfrm rot="5400000">
            <a:off x="33663" y="488662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16.5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  <p:sp>
        <p:nvSpPr>
          <p:cNvPr id="37" name="CuadroTexto 36"/>
          <p:cNvSpPr txBox="1"/>
          <p:nvPr/>
        </p:nvSpPr>
        <p:spPr>
          <a:xfrm rot="5400000">
            <a:off x="11044960" y="3636182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46.5 </a:t>
            </a:r>
            <a:r>
              <a:rPr lang="es-MX" dirty="0" err="1" smtClean="0"/>
              <a:t>mts</a:t>
            </a:r>
            <a:r>
              <a:rPr lang="es-MX" dirty="0" smtClean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8721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1029950" cy="1014413"/>
          </a:xfrm>
        </p:spPr>
        <p:txBody>
          <a:bodyPr/>
          <a:lstStyle/>
          <a:p>
            <a:r>
              <a:rPr lang="es-MX" dirty="0" smtClean="0">
                <a:solidFill>
                  <a:schemeClr val="accent1"/>
                </a:solidFill>
              </a:rPr>
              <a:t>Primer nivel</a:t>
            </a:r>
            <a:endParaRPr lang="es-MX" dirty="0">
              <a:solidFill>
                <a:schemeClr val="accent1"/>
              </a:solidFill>
            </a:endParaRP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7" t="24000" r="8080" b="23556"/>
          <a:stretch/>
        </p:blipFill>
        <p:spPr>
          <a:xfrm>
            <a:off x="359104" y="1194916"/>
            <a:ext cx="11176904" cy="522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3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1" t="24167" r="8631" b="23333"/>
          <a:stretch/>
        </p:blipFill>
        <p:spPr>
          <a:xfrm>
            <a:off x="357999" y="1194917"/>
            <a:ext cx="11105913" cy="5234458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0" y="0"/>
            <a:ext cx="11029950" cy="10144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dirty="0" smtClean="0">
                <a:solidFill>
                  <a:schemeClr val="accent1"/>
                </a:solidFill>
              </a:rPr>
              <a:t>Segundo nivel</a:t>
            </a:r>
            <a:endParaRPr lang="es-MX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64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5" t="24444" r="8948" b="23334"/>
          <a:stretch/>
        </p:blipFill>
        <p:spPr>
          <a:xfrm>
            <a:off x="239748" y="1219737"/>
            <a:ext cx="11237877" cy="5210161"/>
          </a:xfrm>
          <a:prstGeom prst="rect">
            <a:avLst/>
          </a:prstGeom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0" y="0"/>
            <a:ext cx="11029950" cy="10144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dirty="0" smtClean="0">
                <a:solidFill>
                  <a:schemeClr val="accent1"/>
                </a:solidFill>
              </a:rPr>
              <a:t>Tercer nivel</a:t>
            </a:r>
            <a:endParaRPr lang="es-MX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85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135</TotalTime>
  <Words>50</Words>
  <Application>Microsoft Office PowerPoint</Application>
  <PresentationFormat>Panorámica</PresentationFormat>
  <Paragraphs>15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Gill Sans MT</vt:lpstr>
      <vt:lpstr>Wingdings 2</vt:lpstr>
      <vt:lpstr>Dividendo</vt:lpstr>
      <vt:lpstr>Proyecto final diseño de redes inalámbricas</vt:lpstr>
      <vt:lpstr>Vista de la ubicación del edificio SIEMENS</vt:lpstr>
      <vt:lpstr>Planta baja</vt:lpstr>
      <vt:lpstr>Primer nivel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Abraham López Villalvazo</dc:creator>
  <cp:lastModifiedBy>López Villalvaz, Abraham Jair</cp:lastModifiedBy>
  <cp:revision>19</cp:revision>
  <dcterms:created xsi:type="dcterms:W3CDTF">2022-07-09T20:28:34Z</dcterms:created>
  <dcterms:modified xsi:type="dcterms:W3CDTF">2024-01-04T19:45:34Z</dcterms:modified>
</cp:coreProperties>
</file>