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9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916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869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1814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248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518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725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291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889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9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713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031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Proyecto final diseño de redes inalámbricas</a:t>
            </a:r>
            <a:endParaRPr lang="es-MX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Planos del edificio BASF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894" y="3089010"/>
            <a:ext cx="4132117" cy="328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7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652" t="22824" r="18539" b="3518"/>
          <a:stretch/>
        </p:blipFill>
        <p:spPr>
          <a:xfrm>
            <a:off x="2851480" y="1910343"/>
            <a:ext cx="7677184" cy="4833475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Vista de la ubicación del edificio BASF</a:t>
            </a:r>
            <a:endParaRPr lang="es-MX" dirty="0"/>
          </a:p>
        </p:txBody>
      </p:sp>
      <p:sp>
        <p:nvSpPr>
          <p:cNvPr id="6" name="Rectángulo 5"/>
          <p:cNvSpPr/>
          <p:nvPr/>
        </p:nvSpPr>
        <p:spPr>
          <a:xfrm>
            <a:off x="5064430" y="2629197"/>
            <a:ext cx="3449782" cy="2942706"/>
          </a:xfrm>
          <a:prstGeom prst="rect">
            <a:avLst/>
          </a:prstGeom>
          <a:noFill/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/>
          <p:cNvSpPr txBox="1"/>
          <p:nvPr/>
        </p:nvSpPr>
        <p:spPr>
          <a:xfrm>
            <a:off x="342900" y="2714625"/>
            <a:ext cx="2301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Ubicación en:</a:t>
            </a:r>
          </a:p>
          <a:p>
            <a:r>
              <a:rPr lang="es-MX" dirty="0"/>
              <a:t>19.383784, -99.176599</a:t>
            </a:r>
          </a:p>
        </p:txBody>
      </p:sp>
    </p:spTree>
    <p:extLst>
      <p:ext uri="{BB962C8B-B14F-4D97-AF65-F5344CB8AC3E}">
        <p14:creationId xmlns:p14="http://schemas.microsoft.com/office/powerpoint/2010/main" val="314495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ítulo 32"/>
          <p:cNvSpPr>
            <a:spLocks noGrp="1"/>
          </p:cNvSpPr>
          <p:nvPr>
            <p:ph type="title" idx="4294967295"/>
          </p:nvPr>
        </p:nvSpPr>
        <p:spPr>
          <a:xfrm>
            <a:off x="0" y="730250"/>
            <a:ext cx="11029950" cy="987425"/>
          </a:xfrm>
        </p:spPr>
        <p:txBody>
          <a:bodyPr/>
          <a:lstStyle/>
          <a:p>
            <a:r>
              <a:rPr lang="es-MX" dirty="0" smtClean="0">
                <a:solidFill>
                  <a:schemeClr val="accent1"/>
                </a:solidFill>
              </a:rPr>
              <a:t>Planta baja</a:t>
            </a:r>
            <a:endParaRPr lang="es-MX" dirty="0">
              <a:solidFill>
                <a:schemeClr val="accent1"/>
              </a:solidFill>
            </a:endParaRP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66" y="554171"/>
            <a:ext cx="8788976" cy="5934497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5871902" y="6488668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58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0" name="CuadroTexto 29"/>
          <p:cNvSpPr txBox="1"/>
          <p:nvPr/>
        </p:nvSpPr>
        <p:spPr>
          <a:xfrm rot="4036505">
            <a:off x="1489874" y="502255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21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1" name="CuadroTexto 30"/>
          <p:cNvSpPr txBox="1"/>
          <p:nvPr/>
        </p:nvSpPr>
        <p:spPr>
          <a:xfrm rot="19492451">
            <a:off x="2772509" y="20505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37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2" name="CuadroTexto 31"/>
          <p:cNvSpPr txBox="1"/>
          <p:nvPr/>
        </p:nvSpPr>
        <p:spPr>
          <a:xfrm rot="3326962">
            <a:off x="7431362" y="185625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37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cxnSp>
        <p:nvCxnSpPr>
          <p:cNvPr id="35" name="Conector recto 34"/>
          <p:cNvCxnSpPr/>
          <p:nvPr/>
        </p:nvCxnSpPr>
        <p:spPr>
          <a:xfrm>
            <a:off x="1454727" y="3537326"/>
            <a:ext cx="1257861" cy="3126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/>
          <p:nvPr/>
        </p:nvCxnSpPr>
        <p:spPr>
          <a:xfrm flipH="1">
            <a:off x="1451384" y="3829009"/>
            <a:ext cx="235382" cy="182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/>
          <p:cNvCxnSpPr/>
          <p:nvPr/>
        </p:nvCxnSpPr>
        <p:spPr>
          <a:xfrm flipH="1">
            <a:off x="2440599" y="6189823"/>
            <a:ext cx="235382" cy="182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/>
          <p:cNvCxnSpPr/>
          <p:nvPr/>
        </p:nvCxnSpPr>
        <p:spPr>
          <a:xfrm flipV="1">
            <a:off x="1330036" y="266007"/>
            <a:ext cx="5058544" cy="3549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/>
          <p:nvPr/>
        </p:nvCxnSpPr>
        <p:spPr>
          <a:xfrm flipH="1" flipV="1">
            <a:off x="6181352" y="216593"/>
            <a:ext cx="177682" cy="257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H="1" flipV="1">
            <a:off x="1609281" y="3365375"/>
            <a:ext cx="117691" cy="312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/>
          <p:cNvCxnSpPr/>
          <p:nvPr/>
        </p:nvCxnSpPr>
        <p:spPr>
          <a:xfrm flipV="1">
            <a:off x="2440599" y="6534758"/>
            <a:ext cx="8299445" cy="3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/>
          <p:nvPr/>
        </p:nvCxnSpPr>
        <p:spPr>
          <a:xfrm flipH="1" flipV="1">
            <a:off x="2834547" y="6412544"/>
            <a:ext cx="117691" cy="312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 flipH="1" flipV="1">
            <a:off x="10494381" y="6352068"/>
            <a:ext cx="117691" cy="312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/>
          <p:cNvCxnSpPr/>
          <p:nvPr/>
        </p:nvCxnSpPr>
        <p:spPr>
          <a:xfrm flipH="1" flipV="1">
            <a:off x="6343901" y="167431"/>
            <a:ext cx="4488571" cy="6289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/>
          <p:cNvCxnSpPr/>
          <p:nvPr/>
        </p:nvCxnSpPr>
        <p:spPr>
          <a:xfrm flipH="1" flipV="1">
            <a:off x="10469622" y="6302590"/>
            <a:ext cx="38385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/>
          <p:cNvCxnSpPr/>
          <p:nvPr/>
        </p:nvCxnSpPr>
        <p:spPr>
          <a:xfrm flipH="1">
            <a:off x="6417586" y="300635"/>
            <a:ext cx="374549" cy="221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21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701675"/>
            <a:ext cx="11029950" cy="1014413"/>
          </a:xfrm>
        </p:spPr>
        <p:txBody>
          <a:bodyPr/>
          <a:lstStyle/>
          <a:p>
            <a:r>
              <a:rPr lang="es-MX" dirty="0" smtClean="0">
                <a:solidFill>
                  <a:schemeClr val="accent1"/>
                </a:solidFill>
              </a:rPr>
              <a:t>Plantas 1 a 6</a:t>
            </a:r>
            <a:endParaRPr lang="es-MX" dirty="0">
              <a:solidFill>
                <a:schemeClr val="accent1"/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507" y="580443"/>
            <a:ext cx="7213902" cy="6269244"/>
          </a:xfrm>
        </p:spPr>
      </p:pic>
      <p:sp>
        <p:nvSpPr>
          <p:cNvPr id="8" name="CuadroTexto 7"/>
          <p:cNvSpPr txBox="1"/>
          <p:nvPr/>
        </p:nvSpPr>
        <p:spPr>
          <a:xfrm rot="4410708">
            <a:off x="2775655" y="5113788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16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 rot="20677786">
            <a:off x="5037263" y="6302618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17.42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10" name="CuadroTexto 9"/>
          <p:cNvSpPr txBox="1"/>
          <p:nvPr/>
        </p:nvSpPr>
        <p:spPr>
          <a:xfrm>
            <a:off x="8397382" y="580072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19.42</a:t>
            </a:r>
            <a:endParaRPr lang="es-MX" dirty="0"/>
          </a:p>
        </p:txBody>
      </p:sp>
      <p:sp>
        <p:nvSpPr>
          <p:cNvPr id="11" name="CuadroTexto 10"/>
          <p:cNvSpPr txBox="1"/>
          <p:nvPr/>
        </p:nvSpPr>
        <p:spPr>
          <a:xfrm rot="17254010">
            <a:off x="9688458" y="532838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16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15" name="CuadroTexto 14"/>
          <p:cNvSpPr txBox="1"/>
          <p:nvPr/>
        </p:nvSpPr>
        <p:spPr>
          <a:xfrm>
            <a:off x="4305098" y="178904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12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16" name="CuadroTexto 15"/>
          <p:cNvSpPr txBox="1"/>
          <p:nvPr/>
        </p:nvSpPr>
        <p:spPr>
          <a:xfrm>
            <a:off x="6041987" y="497894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16.25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cxnSp>
        <p:nvCxnSpPr>
          <p:cNvPr id="20" name="Conector recto 19"/>
          <p:cNvCxnSpPr/>
          <p:nvPr/>
        </p:nvCxnSpPr>
        <p:spPr>
          <a:xfrm>
            <a:off x="3156281" y="4213091"/>
            <a:ext cx="714894" cy="2335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 flipH="1">
            <a:off x="9557183" y="4347557"/>
            <a:ext cx="722225" cy="2317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/>
          <p:cNvCxnSpPr/>
          <p:nvPr/>
        </p:nvCxnSpPr>
        <p:spPr>
          <a:xfrm flipH="1">
            <a:off x="4097552" y="5950248"/>
            <a:ext cx="2436252" cy="721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/>
          <p:cNvCxnSpPr/>
          <p:nvPr/>
        </p:nvCxnSpPr>
        <p:spPr>
          <a:xfrm flipH="1" flipV="1">
            <a:off x="6620030" y="5950248"/>
            <a:ext cx="2783183" cy="861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 rot="1027422">
            <a:off x="7065679" y="6337459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17.42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cxnSp>
        <p:nvCxnSpPr>
          <p:cNvPr id="30" name="Conector recto 29"/>
          <p:cNvCxnSpPr/>
          <p:nvPr/>
        </p:nvCxnSpPr>
        <p:spPr>
          <a:xfrm flipH="1">
            <a:off x="3234181" y="3364080"/>
            <a:ext cx="2436252" cy="721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/>
          <p:nvPr/>
        </p:nvCxnSpPr>
        <p:spPr>
          <a:xfrm flipH="1" flipV="1">
            <a:off x="7447876" y="3273876"/>
            <a:ext cx="2783183" cy="861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/>
          <p:cNvSpPr txBox="1"/>
          <p:nvPr/>
        </p:nvSpPr>
        <p:spPr>
          <a:xfrm rot="1027422">
            <a:off x="8372350" y="3416772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17.42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3" name="CuadroTexto 32"/>
          <p:cNvSpPr txBox="1"/>
          <p:nvPr/>
        </p:nvSpPr>
        <p:spPr>
          <a:xfrm rot="20678082">
            <a:off x="3791141" y="3363342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17.42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cxnSp>
        <p:nvCxnSpPr>
          <p:cNvPr id="34" name="Conector recto 33"/>
          <p:cNvCxnSpPr/>
          <p:nvPr/>
        </p:nvCxnSpPr>
        <p:spPr>
          <a:xfrm>
            <a:off x="5179055" y="1022465"/>
            <a:ext cx="0" cy="1826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V="1">
            <a:off x="5315678" y="847898"/>
            <a:ext cx="2548162" cy="3535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73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61279" y="515389"/>
            <a:ext cx="5821811" cy="665640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16902" y="207820"/>
            <a:ext cx="6877050" cy="59436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784191" y="-2049065"/>
            <a:ext cx="6778175" cy="1090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4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128</TotalTime>
  <Words>67</Words>
  <Application>Microsoft Office PowerPoint</Application>
  <PresentationFormat>Panorámica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Gill Sans MT</vt:lpstr>
      <vt:lpstr>Wingdings 2</vt:lpstr>
      <vt:lpstr>Dividendo</vt:lpstr>
      <vt:lpstr>Proyecto final diseño de redes inalámbricas</vt:lpstr>
      <vt:lpstr>Vista de la ubicación del edificio BASF</vt:lpstr>
      <vt:lpstr>Planta baja</vt:lpstr>
      <vt:lpstr>Plantas 1 a 6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Abraham López Villalvazo</dc:creator>
  <cp:lastModifiedBy>López Villalvaz, Abraham Jair</cp:lastModifiedBy>
  <cp:revision>13</cp:revision>
  <dcterms:created xsi:type="dcterms:W3CDTF">2022-07-09T20:28:34Z</dcterms:created>
  <dcterms:modified xsi:type="dcterms:W3CDTF">2024-01-04T18:05:48Z</dcterms:modified>
</cp:coreProperties>
</file>